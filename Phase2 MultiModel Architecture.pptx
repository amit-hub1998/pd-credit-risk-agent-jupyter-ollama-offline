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Debugging Agent — Phase 2 Global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multi-RAG layer — PD, LGD, EAD and any future credit risk model on one debugging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0" y="201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 |  Internal Use Only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68680" cy="292608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11457432" cy="4069080"/>
          </a:xfrm>
          <a:prstGeom prst="rect">
            <a:avLst/>
          </a:prstGeom>
          <a:solidFill>
            <a:srgbClr val="F4F8FC"/>
          </a:solidFill>
          <a:ln w="19050">
            <a:solidFill>
              <a:srgbClr val="2C6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INTERNAL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17152" y="1618488"/>
            <a:ext cx="2514600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17152" y="16184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EXTERNAL DATA EGRESS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57400"/>
            <a:ext cx="5852160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2208276"/>
            <a:ext cx="502920" cy="502920"/>
          </a:xfrm>
          <a:prstGeom prst="ellipse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2082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26464" y="213055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(Citrix)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6464" y="240487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pastes Finance query → orchestrates the agent → runs PySpark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" y="2208276"/>
            <a:ext cx="502920" cy="502920"/>
          </a:xfrm>
          <a:prstGeom prst="ellipse">
            <a:avLst/>
          </a:prstGeom>
          <a:solidFill>
            <a:srgbClr val="E8EEF5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2082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280" y="2057400"/>
            <a:ext cx="4754880" cy="804672"/>
          </a:xfrm>
          <a:prstGeom prst="rect">
            <a:avLst/>
          </a:prstGeom>
          <a:solidFill>
            <a:srgbClr val="FFFFFF"/>
          </a:solidFill>
          <a:ln w="22225">
            <a:solidFill>
              <a:srgbClr val="1F7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76872" y="2185416"/>
            <a:ext cx="548640" cy="54864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1F7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130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 (On-Premise)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2423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/ Mistral hosted inside HSBC infra — routes query to correct model 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2368296"/>
            <a:ext cx="365760" cy="0"/>
          </a:xfrm>
          <a:prstGeom prst="line">
            <a:avLst/>
          </a:prstGeom>
          <a:noFill/>
          <a:ln w="31750">
            <a:solidFill>
              <a:srgbClr val="1F8F5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12280" y="2551176"/>
            <a:ext cx="-365760" cy="0"/>
          </a:xfrm>
          <a:prstGeom prst="line">
            <a:avLst/>
          </a:prstGeom>
          <a:noFill/>
          <a:ln w="31750">
            <a:solidFill>
              <a:srgbClr val="1E5A8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4360" y="3154680"/>
            <a:ext cx="11000232" cy="1371600"/>
          </a:xfrm>
          <a:prstGeom prst="rect">
            <a:avLst/>
          </a:prstGeom>
          <a:solidFill>
            <a:srgbClr val="F5F1FB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94360" y="3154680"/>
            <a:ext cx="274320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RAG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36992" y="3172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Plug-in any new model — no re-architecture needed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3538728"/>
            <a:ext cx="2535174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" y="3630168"/>
            <a:ext cx="594360" cy="292608"/>
          </a:xfrm>
          <a:prstGeom prst="rect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3630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43734" y="3657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86968" y="395020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Slotting RAG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" y="4187952"/>
            <a:ext cx="231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ERD + slotting logic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7006" y="3538728"/>
            <a:ext cx="2535174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6734" y="3630168"/>
            <a:ext cx="594360" cy="292608"/>
          </a:xfrm>
          <a:prstGeom prst="rect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6734" y="3630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43500" y="3657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86734" y="395020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 RAG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586734" y="4187952"/>
            <a:ext cx="231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Loss-given-default model docs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6772" y="3538728"/>
            <a:ext cx="2535174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6500" y="3630168"/>
            <a:ext cx="594360" cy="292608"/>
          </a:xfrm>
          <a:prstGeom prst="rect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6500" y="3630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43266" y="3657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86500" y="395020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 RAG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86500" y="4187952"/>
            <a:ext cx="231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Exposure-at-default model docs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876538" y="3538728"/>
            <a:ext cx="2535174" cy="868680"/>
          </a:xfrm>
          <a:prstGeom prst="rect">
            <a:avLst/>
          </a:prstGeom>
          <a:solidFill>
            <a:srgbClr val="FAFAFA"/>
          </a:solidFill>
          <a:ln w="15875">
            <a:solidFill>
              <a:srgbClr val="B7BCC4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8986266" y="3630168"/>
            <a:ext cx="594360" cy="292608"/>
          </a:xfrm>
          <a:prstGeom prst="rect">
            <a:avLst/>
          </a:prstGeom>
          <a:solidFill>
            <a:srgbClr val="E5E7EB"/>
          </a:solidFill>
          <a:ln w="12700">
            <a:solidFill>
              <a:srgbClr val="B7BC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86266" y="36301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543032" y="36576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986266" y="3950208"/>
            <a:ext cx="23157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Model RAG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986266" y="4187952"/>
            <a:ext cx="23157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new credit risk model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43800" y="2862072"/>
            <a:ext cx="0" cy="292608"/>
          </a:xfrm>
          <a:prstGeom prst="line">
            <a:avLst/>
          </a:prstGeom>
          <a:noFill/>
          <a:ln w="31750">
            <a:solidFill>
              <a:srgbClr val="1E5A8F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280160" y="2862072"/>
            <a:ext cx="0" cy="292608"/>
          </a:xfrm>
          <a:prstGeom prst="line">
            <a:avLst/>
          </a:prstGeom>
          <a:noFill/>
          <a:ln w="31750">
            <a:solidFill>
              <a:srgbClr val="1E5A8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94360" y="4727448"/>
            <a:ext cx="5408676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" y="4910328"/>
            <a:ext cx="502920" cy="502920"/>
          </a:xfrm>
          <a:prstGeom prst="ellipse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26464" y="4800600"/>
            <a:ext cx="4439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/ Hive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426464" y="5074920"/>
            <a:ext cx="4439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 + outputs for all models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426464" y="5294376"/>
            <a:ext cx="44394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(PII, CRR, customer IDs)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185916" y="4727448"/>
            <a:ext cx="5408676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F3D5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50508" y="4910328"/>
            <a:ext cx="502920" cy="502920"/>
          </a:xfrm>
          <a:prstGeom prst="ellipse">
            <a:avLst/>
          </a:prstGeom>
          <a:solidFill>
            <a:srgbClr val="0F3D5C"/>
          </a:solidFill>
          <a:ln w="12700">
            <a:solidFill>
              <a:srgbClr val="0F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0508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018020" y="4800600"/>
            <a:ext cx="4439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GPU / CPU Compute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018020" y="5074920"/>
            <a:ext cx="4439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inference fabric for LLM + RAG retrieval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018020" y="5294376"/>
            <a:ext cx="44394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(Performance depends on RAM / VRAM allocated)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43800" y="4526280"/>
            <a:ext cx="0" cy="201168"/>
          </a:xfrm>
          <a:prstGeom prst="line">
            <a:avLst/>
          </a:prstGeom>
          <a:noFill/>
          <a:ln w="31750">
            <a:solidFill>
              <a:srgbClr val="1E5A8F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280160" y="4526280"/>
            <a:ext cx="0" cy="201168"/>
          </a:xfrm>
          <a:prstGeom prst="line">
            <a:avLst/>
          </a:prstGeom>
          <a:noFill/>
          <a:ln w="31750">
            <a:solidFill>
              <a:srgbClr val="1E5A8F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65760" y="5760720"/>
            <a:ext cx="5669280" cy="960120"/>
          </a:xfrm>
          <a:prstGeom prst="rect">
            <a:avLst/>
          </a:prstGeom>
          <a:solidFill>
            <a:srgbClr val="E8F5EE"/>
          </a:solidFill>
          <a:ln w="15875">
            <a:solidFill>
              <a:srgbClr val="1F7A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5989320"/>
            <a:ext cx="566928" cy="566928"/>
          </a:xfrm>
          <a:prstGeom prst="ellipse">
            <a:avLst/>
          </a:prstGeom>
          <a:solidFill>
            <a:srgbClr val="1F8F5C"/>
          </a:solidFill>
          <a:ln w="12700">
            <a:solidFill>
              <a:srgbClr val="1F8F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5989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74" name="Text 72"/>
          <p:cNvSpPr/>
          <p:nvPr/>
        </p:nvSpPr>
        <p:spPr>
          <a:xfrm>
            <a:off x="1325880" y="58521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BY DESIGN — One Platform, Every Model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325880" y="61081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model is plug-in: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its BRD + ERD + business logic into a new RAG card, register it with the LLM router, and it's live. No changes to the orchestrator, data layer, or compute layer.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172200" y="5760720"/>
            <a:ext cx="5669280" cy="960120"/>
          </a:xfrm>
          <a:prstGeom prst="rect">
            <a:avLst/>
          </a:prstGeom>
          <a:solidFill>
            <a:srgbClr val="FCF2E0"/>
          </a:solidFill>
          <a:ln w="15875">
            <a:solidFill>
              <a:srgbClr val="C77A0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00800" y="5989320"/>
            <a:ext cx="566928" cy="566928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5989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79" name="Text 77"/>
          <p:cNvSpPr/>
          <p:nvPr/>
        </p:nvSpPr>
        <p:spPr>
          <a:xfrm>
            <a:off x="7132320" y="58521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7A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CONSIDERATION — Per-Model Curation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132320" y="61081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RAG needs curated docs and periodic refresh.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 logic evolves (new PD methodology, LGD recalibration, EAD changes), the corresponding RAG must be re-ingested. Suggest a governance owner per model.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— Multi-Model Debugging Architecture</dc:title>
  <dc:subject>PptxGenJS Presentation</dc:subject>
  <dc:creator>PptxGenJS</dc:creator>
  <cp:lastModifiedBy>PptxGenJS</cp:lastModifiedBy>
  <cp:revision>1</cp:revision>
  <dcterms:created xsi:type="dcterms:W3CDTF">2026-05-27T09:06:31Z</dcterms:created>
  <dcterms:modified xsi:type="dcterms:W3CDTF">2026-05-27T09:06:31Z</dcterms:modified>
</cp:coreProperties>
</file>